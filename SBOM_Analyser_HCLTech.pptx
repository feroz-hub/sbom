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|  SUPPLY-CHAIN ASSURANCE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Features &amp; End-to-End Workflow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what's inside your software — and what's at risk. From upload to remediation, in one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1305A"/>
          </a:solidFill>
          <a:ln w="9525">
            <a:solidFill>
              <a:srgbClr val="21C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349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5806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fused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5349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1305A"/>
          </a:solidFill>
          <a:ln w="9525">
            <a:solidFill>
              <a:srgbClr val="21C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5349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5806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5349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1305A"/>
          </a:solidFill>
          <a:ln w="9525">
            <a:solidFill>
              <a:srgbClr val="21C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5349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5806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53492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1305A"/>
          </a:solidFill>
          <a:ln w="9525">
            <a:solidFill>
              <a:srgbClr val="21C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5349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32320" y="5806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HCLTech  •  Updated build,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THIS DECK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SBOMs matter and what we built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920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19202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194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validate → scan → dedupe → score → report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633472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6334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ingestion &amp; 8-stage validation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9077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CycloneDX, SPDX — JSON, XML, Tag-Value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633472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633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6334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scanning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29077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 · EPSS · KEV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346704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467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3467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deduplication &amp; risk scoring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6210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vuln, ranked by exploitability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346704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3467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33467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live progress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6210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posture, trends, real-time SSE updates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4059936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0599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0599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detail modal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97280" y="43342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OSV+GHSA+NVD+EPSS+KEV in-app dialog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4059936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40599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20840" y="40599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generator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20840" y="43342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Remediation, upgrade commands, priority recommendation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4773168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7731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97280" y="47731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runs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97280" y="50474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delta, new vs resolved findings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35040" y="4773168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47731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20840" y="47731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scans, exports &amp; API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720840" y="50474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PDF/SARIF/CSV/JSON, REST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548640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5486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97280" y="54864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operations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97280" y="5760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encryption, XXE-safe, observability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35040" y="548640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5486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720840" y="54864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roadmap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720840" y="5760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what we ship next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OF EVERY SOFTWARE 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SBOM?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SBOM (Software Bill of Materials) is a machine-readable inventory of every software component your application depends on — open-source libraries, frameworks, and tools, with their versions, origins and licenses.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application is open-source code your team did not write. An SBOM makes that invisible majority visible.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87452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0391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LABEL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23500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086600" y="3429000"/>
            <a:ext cx="4389120" cy="0"/>
          </a:xfrm>
          <a:prstGeom prst="line">
            <a:avLst/>
          </a:prstGeom>
          <a:noFill/>
          <a:ln w="6350">
            <a:solidFill>
              <a:srgbClr val="D5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4108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86600" y="3886200"/>
            <a:ext cx="4389120" cy="0"/>
          </a:xfrm>
          <a:prstGeom prst="line">
            <a:avLst/>
          </a:prstGeom>
          <a:noFill/>
          <a:ln w="6350">
            <a:solidFill>
              <a:srgbClr val="D5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4108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18.3.1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86600" y="4343400"/>
            <a:ext cx="4389120" cy="0"/>
          </a:xfrm>
          <a:prstGeom prst="line">
            <a:avLst/>
          </a:prstGeom>
          <a:noFill/>
          <a:ln w="6350">
            <a:solidFill>
              <a:srgbClr val="D5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registry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4800600"/>
            <a:ext cx="4389120" cy="0"/>
          </a:xfrm>
          <a:prstGeom prst="line">
            <a:avLst/>
          </a:prstGeom>
          <a:noFill/>
          <a:ln w="6350">
            <a:solidFill>
              <a:srgbClr val="D5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4108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86600" y="5257800"/>
            <a:ext cx="4389120" cy="0"/>
          </a:xfrm>
          <a:prstGeom prst="line">
            <a:avLst/>
          </a:prstGeom>
          <a:noFill/>
          <a:ln w="6350">
            <a:solidFill>
              <a:srgbClr val="D5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4846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4108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pkg:npm/react@18.3.1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86600" y="5715000"/>
            <a:ext cx="4389120" cy="0"/>
          </a:xfrm>
          <a:prstGeom prst="line">
            <a:avLst/>
          </a:prstGeom>
          <a:noFill/>
          <a:ln w="6350">
            <a:solidFill>
              <a:srgbClr val="D5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41080" y="5303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sha512: 9c2e…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SBOM, YOU CAN'T ANSWER 'ARE WE AFFECTED?'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vulnerability is discovered in a popular library, every application that uses it is suddenly at risk. Manual inventories miss things. Spreadsheets go stale. Days are lost tracing impact instead of patching.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269748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035808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611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flaws like Log4Shell live deep in transitive dependency trees. Manual inventories miss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2743200"/>
            <a:ext cx="269748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3035808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02152" y="3611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pressure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02152" y="4069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(US EO 14028, EU CRA) and customers increasingly require an SBOM for every software release.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9904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9904" y="2743200"/>
            <a:ext cx="269748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18504" y="3035808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18504" y="3611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18504" y="4069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zero-days hit, teams spend days tracing impact across projects instead of patching.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06256" y="274320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06256" y="2743200"/>
            <a:ext cx="269748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34856" y="3035808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4856" y="3611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surprise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34856" y="40690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Copyleft or unapproved licenses pulled in transitively can block ship-readiness at the worst moment.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SBOM IN YOUR ORGANISATION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SBOM Analyser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ingests standard SBOM files (CycloneDX, SPDX), validates them through an 8-stage pipeline, matches every component against four leading vulnerability databases in parallel, deduplicates findings, scores them with EPSS and KEV signals, and generates AI-powered remediation guidance — all from one web dashboard.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17520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546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8840" y="3182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sources fused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3703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30175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3017520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1546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43600" y="3182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standards supported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703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1.4-1.6 · SPDX 2.2-2.3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30175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3017520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1546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738360" y="31821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38360" y="3703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→ signature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645152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78231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2148840" y="48097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 wired 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48840" y="53309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Gemini, 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51960" y="4645152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1960" y="4645152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478231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943600" y="48097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53309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CSV · SARIF · JSON · XLSX · MD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4645152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4645152"/>
            <a:ext cx="73152" cy="146304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478231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9738360" y="48097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Adapter-pluggable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38360" y="53309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source in one 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THE SBOM PASSES THROUGH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remediation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651760" y="253746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99339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" y="260604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or REST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65192" y="253746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70632" y="182880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35224" y="199339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35224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47872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35224" y="260604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pipeline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78624" y="253746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84064" y="182880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48656" y="199339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48656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61304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48656" y="260604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+ SBOM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92056" y="253746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97496" y="182880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2088" y="199339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2088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74736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62088" y="260604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sources in parallel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08208" y="324612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54480" y="3406140"/>
            <a:ext cx="9253728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54480" y="3406140"/>
            <a:ext cx="0" cy="1600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710928" y="182880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0" y="199339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488168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875520" y="260604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+ KEV + CWE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651760" y="42748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7200" y="35661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" y="37307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23444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1792" y="43434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↔ GHSA cross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65192" y="42748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770632" y="35661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35224" y="37307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35224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547872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935224" y="43434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risk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278624" y="42748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084064" y="35661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48656" y="37307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48656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861304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248656" y="43434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SSE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592056" y="4274820"/>
            <a:ext cx="11887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397496" y="35661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62088" y="37307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62088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174736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562088" y="43434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remediation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710928" y="356616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B3D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875520" y="3730752"/>
            <a:ext cx="502920" cy="502920"/>
          </a:xfrm>
          <a:prstGeom prst="ellipse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755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488168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9875520" y="4343400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SARIF · CSV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flow runs for one SBOM or thousands. Every stage is observable, idempotent, and resumable — failures at any step keep prior data intact.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UPLOAD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 WITH FORMAT-AGNOSTIC PARSING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ingestion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ingest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30428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in the SBOM Upload modal — instant validation feedback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0815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/api/sboms/upload (multipart) — recommended for new integrations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8587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/api/sboms (legacy JSON) — kept for one release, same pipeline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16636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MB upload   • 200 MB decompressed   • 100:1 compression ratio cap   • gzip / deflate accepted   • p95 &lt; 500 ms on a 5 MB SBOM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supported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92240" y="2286000"/>
            <a:ext cx="13716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2286000"/>
            <a:ext cx="91440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2860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78240" y="228600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22860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38360" y="2286000"/>
            <a:ext cx="96012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0" y="22860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698480" y="2286000"/>
            <a:ext cx="1097280" cy="384048"/>
          </a:xfrm>
          <a:prstGeom prst="rect">
            <a:avLst/>
          </a:prstGeom>
          <a:solidFill>
            <a:srgbClr val="0B3D6B"/>
          </a:solidFill>
          <a:ln w="6350">
            <a:solidFill>
              <a:srgbClr val="0B3D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0" y="22860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Tag-Value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26700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670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63840" y="267004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26700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78240" y="26700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2670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738360" y="267004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38360" y="2670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698480" y="267004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98480" y="26700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3054096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0540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63840" y="3054096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30540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778240" y="305409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0" y="30540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738360" y="3054096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38360" y="305409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698480" y="3054096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98480" y="30540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34381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34381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863840" y="343814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0" y="34381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778240" y="34381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78240" y="34381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738360" y="343814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38360" y="34381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698480" y="343814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98480" y="34381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92240" y="3822192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38221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863840" y="3822192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63840" y="38221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778240" y="382219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78240" y="38221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738360" y="3822192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38360" y="38221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698480" y="3822192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698480" y="3822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492240" y="42062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9224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863840" y="420624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63840" y="4206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778240" y="42062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78240" y="4206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738360" y="420624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42062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0698480" y="4206240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698480" y="4206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492240" y="4590288"/>
            <a:ext cx="13716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92240" y="4590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863840" y="4590288"/>
            <a:ext cx="91440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63840" y="45902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778240" y="459028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78240" y="4590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9738360" y="4590288"/>
            <a:ext cx="96012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738360" y="45902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0698480" y="4590288"/>
            <a:ext cx="1097280" cy="384048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698480" y="4590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492240" y="511149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 3.0 (JSON-LD), CycloneDX Protobuf, and SPDX RDF/XML are deferred — rejected at ingress with a stable error code so callers can branch on 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VALIDATE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SBOMS NEVER GET A DB ROW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Eight-stage validation pipeline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202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cap, gzip-bomb defence, prototype-pollution rejection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3552" y="18288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8288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19202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02152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detect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2152" y="2788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vs SPDX, JSON / XML / Tag-Value branch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18288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9904" y="18288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19202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18504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18504" y="2788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· XSD · jsonschema with depth + key caps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06256" y="18288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06256" y="1828800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192024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34856" y="2377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34856" y="278892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PURL parse, license-expression, CPE plausibility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8679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679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593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44165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48280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graph integrity, dangling refs, cycle detection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73552" y="38679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73552" y="38679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2152" y="39593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02152" y="44165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02152" y="48280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XXE-safe XML, defusedxml, JSON depth/length caps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9904" y="38679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9904" y="38679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39593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18504" y="44165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18504" y="48280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Minimum-elements check (US baseline) per component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06256" y="3867912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06256" y="3867912"/>
            <a:ext cx="2697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34856" y="39593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134856" y="44165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34856" y="482803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cosign / DSSE signature verification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/ warning / info: { code, severity, stage, path, message, remediation, spec_reference 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PERSIST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MAPPED TO A QUERYABLE IDENTITY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extraction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validation, every component is persisted with a normalized identity. PURLs are parsed, CPEs are derived, hashes captured. This is the fuel for every downstream scanner.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PURL parser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834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pkg:npm/react@18.3.1 → ecosystem · name · version · qualifiers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37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PURL → CPE 2.3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337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generation for NVD lookups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expression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840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 expression normalization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43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registry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/ SHA-512 captured for provenance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983480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46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survive SBOM lifecycle for 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82880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PURL → CPE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2423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26791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C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pkg:npm/lodash@4.17.20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93522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19125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4472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type: 'npm', name: 'lodash',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37033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version: '4.17.20' }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9593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421538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CPE 2.3 GENERATED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447141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C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cpe:2.3:a:lodash:lodash:4.17.20:*:*:*:*:*:*:*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47274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49834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FOR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52395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NVD cpeName + virtualMatchString lookups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54955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keywordSearch fallback when no CPE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SCAN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DATABASES, ONE FAN-OUT, ONE RESULT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vulnerability scanning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2697480" cy="640080"/>
          </a:xfrm>
          <a:prstGeom prst="rect">
            <a:avLst/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National Vulnerability 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cpeName + virtualMatchString lookup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 fallback when no CPE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7856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Concurrency-bounded with API-key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73552" y="182880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1828800"/>
            <a:ext cx="2697480" cy="640080"/>
          </a:xfrm>
          <a:prstGeom prst="rect">
            <a:avLst/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56432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Vulnerabilities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6432" y="3017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PURL queries — no CPE needed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56432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Ecosystem coverage: npm, PyPI, Maven, Go…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56432" y="37856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Affected-version range matching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9904" y="182880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828800"/>
            <a:ext cx="2697480" cy="640080"/>
          </a:xfrm>
          <a:prstGeom prst="rect">
            <a:avLst/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72784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Security Advisory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3017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Token-authenticated GraphQL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72784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First-party severity + CWE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72784" y="37856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Aliases CVE↔GHSA fed to dedupe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06256" y="1828800"/>
            <a:ext cx="2697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06256" y="1828800"/>
            <a:ext cx="2697480" cy="64008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89136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89136" y="2606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VulDB community DB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89136" y="3017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result limit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89136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details (credit-aware)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89136" y="378561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Adds breadth on niche components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E6F0F7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LAYER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4983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exploitability probability  •  CISA KEV (Known Exploited Vulnerabilities)  •  CVSS 3.1/4.0 normalisation  •  CWE category tagging  •  PURL→CPE virtual matchstring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is concurrency-bounded by a per-process semaphore. Adding a fifth source (Snyk, OSS Index, …) is a one-line change to app/sources/registry.py.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5–7 · DEDUPE &amp; SCORE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CVE↔GHSA CROSS-DEDUPLICATION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vulnerability, ranked by exploitability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deduplication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NVD reports CVE-2024-1234 and GHSA reports GHSA-abcd-1234, our two-pass deduper recognises the alias relationship and merges them into one finding — preserving the source list so analysts can see the provenance.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3F62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03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CVE-…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0F51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97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GHSA-…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OSV-…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74520" y="3954780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74520" y="4549140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74520" y="5143500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46120" y="416052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4206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CVE-2024-1234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92240" y="2331720"/>
            <a:ext cx="164592" cy="5029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38160" y="23317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9.0–10.0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everything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2926080"/>
            <a:ext cx="164592" cy="5029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926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38160" y="2926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7.0–8.9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520440"/>
            <a:ext cx="164592" cy="5029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520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3816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4.0–6.9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1832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4114800"/>
            <a:ext cx="164592" cy="5029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38160" y="4114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0.1–3.9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418320" y="4114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49377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E6F0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5029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with EPSS + KEV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5394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CVSS-7.5 with an EPSS of 0.85 and KEV listing outranks a CVSS-9.0 with no real-world exploitation. We surface both raw and risk-adjusted ordering.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· DISPLAY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— NO POLLING, NO REFRESH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progress, real-time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 analysis and watch every component process in real time. The backend streams progress events via SSE (POST /api/sboms/{id}/analyze/stream), and the UI renders per-component status, source-by-source completions, and live finding counts as they arrive.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Per-component progress bar with live counts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49624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124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Source-by-source overlay (NVD ✓ · OSV ✓ · GHSA ✓ · VulDB …)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270248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33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mid-run cleanly — partial results retained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690872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537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Reconnects automatically if the network blips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164592" cy="164592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743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preflight checklist before run starts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9933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Analysis  •  run #483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0" y="2011680"/>
            <a:ext cx="105156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2468880"/>
            <a:ext cx="4663440" cy="219456"/>
          </a:xfrm>
          <a:prstGeom prst="rect">
            <a:avLst/>
          </a:prstGeom>
          <a:solidFill>
            <a:srgbClr val="E6F0F7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468880"/>
            <a:ext cx="3077870" cy="219456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743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  ·   142 / 215 components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3720" y="3200400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25526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52958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9580" y="3200400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69580" y="325526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69580" y="352958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3200400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325526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0" y="352958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01300" y="3200400"/>
            <a:ext cx="1074420" cy="64008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6350">
            <a:solidFill>
              <a:srgbClr val="D5DE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01300" y="325526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VulDB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01300" y="3529584"/>
            <a:ext cx="1074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4023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42976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react@18.3.1 — 0 findings (NVD, OSV, GHSA)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45902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lodash@4.17.20 — 1 finding (CVE-2021-23337, OSV+GHSA)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03720" y="48828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express@4.17.1 — 2 findings (CVE-2022-24999 …)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51755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axios@0.21.1 — 1 finding (CVE-2021-3749, KEV)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54681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log4js@6.4.0 — checking…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VISIBILITY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SCREEN. EVERY ANSWER. ONE CANONICAL METRIC LAYER.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2743200" cy="109728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scanned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10128" y="17830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783080"/>
            <a:ext cx="2743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4,821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493008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tracked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7830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783080"/>
            <a:ext cx="2743200" cy="109728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45936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15984" y="17830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5984" y="1783080"/>
            <a:ext cx="2743200" cy="109728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864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198864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KEV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55778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37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mix — Open findings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8496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895344"/>
            <a:ext cx="405041" cy="274320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88121" y="38496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28396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37360" y="4329684"/>
            <a:ext cx="1620162" cy="274320"/>
          </a:xfrm>
          <a:prstGeom prst="rect">
            <a:avLst/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3242" y="42839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71830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37360" y="4764024"/>
            <a:ext cx="3383280" cy="274320"/>
          </a:xfrm>
          <a:prstGeom prst="rect">
            <a:avLst/>
          </a:prstGeom>
          <a:solidFill>
            <a:srgbClr val="E7A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7183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1526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37360" y="5198364"/>
            <a:ext cx="2025203" cy="274320"/>
          </a:xfrm>
          <a:prstGeom prst="rect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8283" y="51526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623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project, time window, ecosystem, KEV-only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3200400"/>
            <a:ext cx="55321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3375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over time — last 8 weeks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82512" y="37307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82512" y="52852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58000" y="3840480"/>
            <a:ext cx="461772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858000" y="5394960"/>
            <a:ext cx="461772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3840480"/>
            <a:ext cx="659674" cy="2590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17674" y="4099560"/>
            <a:ext cx="659674" cy="201507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77349" y="4301067"/>
            <a:ext cx="659674" cy="47498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37023" y="4776047"/>
            <a:ext cx="659674" cy="21590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96697" y="4991947"/>
            <a:ext cx="659674" cy="17272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56371" y="5164667"/>
            <a:ext cx="659674" cy="143933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16046" y="5308600"/>
            <a:ext cx="659674" cy="86360"/>
          </a:xfrm>
          <a:prstGeom prst="line">
            <a:avLst/>
          </a:prstGeom>
          <a:noFill/>
          <a:ln w="25400">
            <a:solidFill>
              <a:srgbClr val="0B3D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93992" y="3776472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53666" y="4035552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13341" y="4237059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73015" y="4712039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32689" y="4927939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92363" y="5100659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752038" y="5244592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411712" y="5330952"/>
            <a:ext cx="128016" cy="128016"/>
          </a:xfrm>
          <a:prstGeom prst="ellipse">
            <a:avLst/>
          </a:prstGeom>
          <a:solidFill>
            <a:srgbClr val="21C5E0"/>
          </a:solidFill>
          <a:ln w="9525">
            <a:solidFill>
              <a:srgbClr val="0B3D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89074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948749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608423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268097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927771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587446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247120" y="5468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00800" y="566928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−25.7% open findings (W1 → W8)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WIDGETS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ONE CANONICAL METRICS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 on the home dashboard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posture 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vs. prior 7 days, with first-period flag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1828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182880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Pulse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exploitable findings (KEV-listed first)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828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182880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Grid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82512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components · open findings · 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43416" y="18288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3416" y="1828800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4584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Chart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44584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 counts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4495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4495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Trend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3502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active findings as-of end-of-day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9272" y="304495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9272" y="304495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Vulnerable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0440" y="3502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 ranked by current risk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1344" y="304495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304495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82512" y="3502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✓ / ✗ events, schedule fires, AI batches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43416" y="3044952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43416" y="3044952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44584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SBOMs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44584" y="3502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uploads with status badges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26110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26110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4370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Config Banner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47183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health + budget remaining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19272" y="426110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9272" y="426110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4370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520440" y="47183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· Compare · Schedule · Report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81344" y="426110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81344" y="426110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4370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Stats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82512" y="47183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findings surfaced (successful runs)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043416" y="426110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43416" y="4261104"/>
            <a:ext cx="73152" cy="105156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44584" y="4370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244584" y="47183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risk + posture redesign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twelve widgets read from app/metrics/ — one function per metric, twelve cross-surface invariants enforced by tests/test_metric_consistency.py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DETAIL MODAL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 + GHSA + NVD + EPSS + KEV — IN-APP, NEVER A REDIRECT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vulnerability, in one merged dialog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8521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9933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CVE?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summary, CWE category, affected ranges. Header paints in &lt;16 ms from row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58521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4107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exploited?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vector, impact metrics, EPSS exploit-probability, KEV listing, public PoC links.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58521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8280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fix it?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52120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Fixed-in versions, upgrade command snippets, AI-generated remediation, decision recommendation.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182880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&lt;16 ms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paint from row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&lt;150 ms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35478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cache hit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38953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&lt;1.2 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66560" y="42611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hit p95 — first time across all five sources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46085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49743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staleTime 5m, gcTime 30m, retry 5xx ×2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53218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≤ 50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66560" y="5687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/api/v1/cves/batch for table prefetch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 GENERATOR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· UPGRADE COMMAND · DECISION RECOMMENDATION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contextual guidance per finding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prose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sentences explaining the vulnerability in the context of the specific component and version found in your SBOM, plus the recommended path forward.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26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Upgrading lodash to 4.17.21 patches the prototype-pollution path used here…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70248" y="182880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0248" y="1828800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920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53128" y="24688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command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3128" y="292608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Copy-paste-ready command for the relevant ecosystem (npm install, pip install, Maven dep snippet…) plus rationale and breaking-change risk.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53128" y="4434840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4526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90288" y="4800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lodash@4.17.21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Risk: low — patch-level bump, no API changes.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83296" y="182880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1828800"/>
            <a:ext cx="37033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1920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66176" y="24688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recommendation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66176" y="292608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act now? Priority (urgent / soon / scheduled / defer), confidence, reasoning, and explicit citations to OSV / GHSA / NVD / EPSS / KEV data the model used.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66176" y="4434840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0F1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3336" y="4526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03336" y="4800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Priority: URGENT  ·  Confidence: HIGH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KEV-listed, EPSS 0.91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finding (CVE detail dialog) or batch (whole run) — both routes use the same orchestrator.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IN-APP, ENCRYPTED AT REST, KILL-SWITCHED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AI provider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providers wired 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paid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0" y="2880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2880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family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37560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2608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req/min · 1M tok/day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40480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926080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 · 25k tok/day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343400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92608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no cost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846320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892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926080" y="4892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29768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fast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34924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349240"/>
            <a:ext cx="73152" cy="457200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OpenAI-compat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926080" y="5394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9768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Studio, LiteLLM, …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8368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83680" y="233172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2331720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32104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encrypted at rest with a master key from env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0" y="283464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2834640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raw-key leaks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32104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expose api_key_preview only (first 6 + last 4)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0" y="333756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3337560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32104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mutation writes a redacted row in ai_credential_audit_log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83680" y="384048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83680" y="3840480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test_connection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321040" y="3886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 gated on a successful provider probe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583680" y="434340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83680" y="4343400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832104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blocks every AI call — instant org-wide halt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583680" y="484632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83680" y="4846320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6656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8321040" y="4892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Per-request, per-scan, per-day — enforced server-side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583680" y="534924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EE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83680" y="5349240"/>
            <a:ext cx="73152" cy="457200"/>
          </a:xfrm>
          <a:prstGeom prst="rect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6656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projection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8321040" y="5394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/runs/{id}/ai-fixes/estimate previews wall-clock + spend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RUNS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FOUR RELEASE-DECISION QUESTIONS IN UNDER A MINUTE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run comparison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1214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build safer than the last one?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0128" y="1828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47288" y="21214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exposure did this build introduce?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3056" y="1828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0216" y="21214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this build fix?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15984" y="1828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53144" y="212140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components changed, and how?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11292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0896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DELTA — run #482 → run #483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→  17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28266" y="3794760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80360" y="3474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80360" y="3749040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5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 →  68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77106" y="3794760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474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749040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 →  142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5946" y="3794760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1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3474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3749040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 →  85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74786" y="3794760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26880" y="3474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3749040"/>
            <a:ext cx="13967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→  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23626" y="3794760"/>
            <a:ext cx="7520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11292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66344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what changed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50292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029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148840" y="5029200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CVE-2024-9999  ·  axios@1.6.7  ·  HIGH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5413248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4132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48840" y="5413248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CVE-2021-23337 ·  lodash@4.17.20→21  ·  MEDIUM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797296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797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CHANGED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148840" y="5797296"/>
            <a:ext cx="9281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CVE-2023-1111  ·  KEV listing added  ·  MEDIUM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ON A CRON. COMPARE AUTOMATICALLY. ALERT ON DRIFT.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scans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93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editor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frontend-web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 hours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794760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*/6 * * *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709160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for new findings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5166360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754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4754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#sec-supply on critical / KEV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5623560"/>
            <a:ext cx="5029200" cy="0"/>
          </a:xfrm>
          <a:prstGeom prst="line">
            <a:avLst/>
          </a:prstGeom>
          <a:noFill/>
          <a:ln w="5080">
            <a:solidFill>
              <a:srgbClr val="D5DE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12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0280" y="5212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next: 2026-05-10 18:00 UTC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26480" y="18288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schedules give you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26480" y="249631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83880" y="2331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new CVEs the moment NVD adds them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309067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alerting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83880" y="2926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Slack/email when a previously-quiet finding becomes KEV-listed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368503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83880" y="3520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automatically compared with the prior baseline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427939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83880" y="4114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cadences per project (releases vs experiments)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0" y="487375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4709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Pause/resume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83880" y="4709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to halt without losing history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26480" y="5468112"/>
            <a:ext cx="182880" cy="182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5303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AI fixes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83880" y="5303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manual click — fixes generated for new findings only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EXPORTS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AUDIENCE-MATCHED FORMATS — ONE-CLICK FROM EVERY RUN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run. Many reports.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4231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cover, severity charts, top findings, remediation summary.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8745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5740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SARIF v2 — drops into GitHub code-scanning, DefectDojo.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87452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05740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72600" y="24231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finding, including PURL, fixed-in version, and source list.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61188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11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83080" y="3611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83080" y="3977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canonical payload; same shape as the API response.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4290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61188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3611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77840" y="3611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Audit-friendly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3977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workbook: summary, findings, components, runs.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46720" y="34290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361188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5B6B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611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372600" y="3611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changelog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72600" y="3977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digest perfect for Confluence, Notion, or PR comments.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074920"/>
            <a:ext cx="11292840" cy="1188720"/>
          </a:xfrm>
          <a:prstGeom prst="roundRect">
            <a:avLst>
              <a:gd name="adj" fmla="val 7692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Compare-run exports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can be exported as PDF, CSV, SARIF, or JSON — perfect for release sign-off packets and incident postmortems.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OpenAPI 3 · Bearer-token authenticated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every action is automatable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1292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19656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196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178308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/api/sboms/upload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 through 8-stage validator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093976"/>
            <a:ext cx="11292840" cy="310896"/>
          </a:xfrm>
          <a:prstGeom prst="rect">
            <a:avLst/>
          </a:prstGeom>
          <a:solidFill>
            <a:srgbClr val="E6F0F7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30552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305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209397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/api/sboms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0" y="209397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SBOMs with filters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404872"/>
            <a:ext cx="11292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441448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414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240487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/api/sboms/{id}/components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240487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extracted components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715768"/>
            <a:ext cx="11292840" cy="310896"/>
          </a:xfrm>
          <a:prstGeom prst="rect">
            <a:avLst/>
          </a:prstGeom>
          <a:solidFill>
            <a:srgbClr val="E6F0F7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75234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523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2715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/api/sboms/{id}/analyze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27157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re-run multi-source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026664"/>
            <a:ext cx="11292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063240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06324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302666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/api/sboms/{id}/analyze/stream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3026664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with SSE progress events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11292840" cy="310896"/>
          </a:xfrm>
          <a:prstGeom prst="rect">
            <a:avLst/>
          </a:prstGeom>
          <a:solidFill>
            <a:srgbClr val="E6F0F7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374136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7413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80160" y="333756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/api/runs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52160" y="333756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analysis runs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648456"/>
            <a:ext cx="11292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3685032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6850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80160" y="364845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/api/runs/{id}/findings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852160" y="364845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findings for a run, filterable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959352"/>
            <a:ext cx="11292840" cy="310896"/>
          </a:xfrm>
          <a:prstGeom prst="rect">
            <a:avLst/>
          </a:prstGeom>
          <a:solidFill>
            <a:srgbClr val="E6F0F7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3995928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9959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80160" y="39593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/api/pdf-report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852160" y="395935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 for a completed run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270248"/>
            <a:ext cx="11292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30682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3068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280160" y="427024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/api/v1/cves/batch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852160" y="427024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 up to 50 CVE detail payloads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4581144"/>
            <a:ext cx="11292840" cy="310896"/>
          </a:xfrm>
          <a:prstGeom prst="rect">
            <a:avLst/>
          </a:prstGeom>
          <a:solidFill>
            <a:srgbClr val="E6F0F7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4617720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E258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6177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280160" y="458114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/api/runs/{id}/ai-fixes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852160" y="4581144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remediation for a run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" y="4892040"/>
            <a:ext cx="11292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4928616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92861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280160" y="48920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/api/runs/{id}/ai-fixes/estimate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852160" y="489204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+ cost projection before kicking off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" y="5202936"/>
            <a:ext cx="11292840" cy="310896"/>
          </a:xfrm>
          <a:prstGeom prst="rect">
            <a:avLst/>
          </a:prstGeom>
          <a:solidFill>
            <a:srgbClr val="E6F0F7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239512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5239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280160" y="520293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/api/projects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852160" y="520293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lifecycle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57200" y="5513832"/>
            <a:ext cx="11292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" y="5550408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55504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280160" y="551383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/api/schedules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852160" y="551383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scan lifecycle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57200" y="5824728"/>
            <a:ext cx="11292840" cy="310896"/>
          </a:xfrm>
          <a:prstGeom prst="rect">
            <a:avLst/>
          </a:prstGeom>
          <a:solidFill>
            <a:srgbClr val="E6F0F7"/>
          </a:solidFill>
          <a:ln w="5080">
            <a:solidFill>
              <a:srgbClr val="D5DEE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8640" y="5861304"/>
            <a:ext cx="640080" cy="237744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586130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280160" y="582472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/dashboard/posture, /trend, …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5852160" y="582472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dashboard metrics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docs at /docs (Swagger UI) · alt /redoc · OpenAPI JSON at /openapi.json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OPERATIONS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ENCRYPTION · OBSERVABILITY · SAFE PARSERS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deployed in regulated environments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745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Bearer-token auth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1488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via API_AUTH_MODE=bearer; multi-token allowlist for zero-downtime rotation.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783080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745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3368" y="21488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for AI provider credentials; master key from env, rotated via runbook.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42616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73405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XXE-safe XML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00837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XML through defusedxml.lxml — DTDs, entities, expansion forbidden.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642616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642616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2734056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safety caps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3368" y="300837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64 · array len 1M · string 65 KB · prototype-pollution keys rejected.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02152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02152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5935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Decompression-bomb defence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386791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MB absolute · 100:1 ratio cap on gzip / deflate streams.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502152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502152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359359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73368" y="386791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slowapi-backed per-IP and per-token limits; signed for production deploys.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36168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61688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45312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" y="472744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endpoints accept Idempotency-Key — safe to retry on network blips.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436168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4361688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445312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73368" y="472744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 with request-id propagation; Railway / Datadog ready.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221224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5221224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531266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5586984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+ SBOMs survive deletion as historical artefacts.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5221224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5221224"/>
            <a:ext cx="73152" cy="804672"/>
          </a:xfrm>
          <a:prstGeom prst="rect">
            <a:avLst/>
          </a:prstGeom>
          <a:solidFill>
            <a:srgbClr val="B018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3368" y="5312664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safety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73368" y="5586984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 + idempotent ALTER TABLE backfill on startup.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NEXT.JS · SQLITE/POSTGRES · PLUGGABLE SOURCE ADAPTERS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02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075688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9476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Next.js 14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029968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02996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96128" y="2029968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202996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 / Projects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2029968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202996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10144" y="2029968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202996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Fixes 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217152" y="2029968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202996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424160" y="2029968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0" y="202996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62072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154680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02666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SERVICES  ·  FastAPI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31089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96128" y="31089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03136" y="31089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layer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10144" y="31089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0144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217152" y="31089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17152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424160" y="31089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24160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engine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941064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4233672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4233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97280" y="410565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SOURCES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89120" y="418795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41879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validator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96128" y="418795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96128" y="41879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· OSV · GHSA · VulDB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03136" y="418795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03136" y="41879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EPSS · KEV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10144" y="418795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10144" y="41879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PURL/CPE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17152" y="418795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17152" y="41879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424160" y="418795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0" y="418795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resolver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5020056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" y="5312664"/>
            <a:ext cx="384048" cy="38404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5312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97280" y="51846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389120" y="5266944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5266944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/ Postgres (prod)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96128" y="5266944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96128" y="5266944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03136" y="5266944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03136" y="5266944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model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010144" y="5266944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10144" y="5266944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217152" y="5266944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17152" y="5266944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cache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424160" y="5266944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0F1E3D">
              <a:alpha val="50000"/>
            </a:srgbClr>
          </a:solidFill>
          <a:ln w="6350">
            <a:solidFill>
              <a:srgbClr val="21C5E0">
                <a:alpha val="6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424160" y="5266944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tests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6035040"/>
            <a:ext cx="11292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vulnerability source is a one-line change in app/sources/registry.py + a new module under app/sources/.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ACROSS THE ORGANISATION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AUDIENCES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benefits, and how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vulnerable component, every project, in minutes — not weeks. KEV-listed findings bubble to the top automatically.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290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Compare runs · KEV alerting · Risk pulse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828800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9202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library to upgrade — with copy-paste-ready commands and breaking-change risk assessment.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429000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42900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 upgrade command · Fixed-in version · CVE detail dialog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96512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879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736592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audit evidence: NTIA-conformant SBOMs, signed reports, license expressions, full provenance trail.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696712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69671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PDF · SARIF · Audit log · License field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4096512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4096512"/>
            <a:ext cx="5532120" cy="502920"/>
          </a:xfrm>
          <a:prstGeom prst="rect">
            <a:avLst/>
          </a:prstGeom>
          <a:solidFill>
            <a:srgbClr val="0B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1879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55080" y="4736592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report with severity trends, KEV exposure, posture delta vs. last quarter, and remediation progress.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5696712"/>
            <a:ext cx="5166360" cy="411480"/>
          </a:xfrm>
          <a:prstGeom prst="roundRect">
            <a:avLst>
              <a:gd name="adj" fmla="val 11111"/>
            </a:avLst>
          </a:prstGeom>
          <a:solidFill>
            <a:srgbClr val="E6F0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69671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Lifetime stats · Trend chart · Posture hero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JUST SHIPPED + WHAT'S NEXT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7620">
            <a:solidFill>
              <a:srgbClr val="D5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Analyser  |  HCLTech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WINS · NEXT-WAVE ENHANCEMENTS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implementation &amp; roadmap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keyword fallback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without a CPE now hit NVD's keywordSearch — feature-gated, noise-capped.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metrics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under app/metrics; twelve cross-surface invariants enforced by tests.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validation pipeline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8 P0 / 27 P1 gaps; rejected SBOMs never reach the DB.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4223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configuration UI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providers, AES-256-GCM at-rest, kill switch, budget caps.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72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detail modal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OSV+GHSA+NVD+EPSS+KEV in-app; &lt;16 ms paint, &lt;1.2 s p95.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330952"/>
            <a:ext cx="182880" cy="182880"/>
          </a:xfrm>
          <a:prstGeom prst="ellipse">
            <a:avLst/>
          </a:prstGeom>
          <a:solidFill>
            <a:srgbClr val="3D8B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663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runs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440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delta, new/resolved findings, components delta — exportable.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1828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35915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Version-range matching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NVD findings by affected ranges so patched versions stop showing up.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95351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 with TTL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SBOM re-scans finish in seconds, not minutes.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54787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383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Match-confidence score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keyword hits by name+version token strength for triage precision.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14223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change feed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NVD 2.0 pubDate/modDate to ingest only new or updated CVEs.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473659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PURL→CPE coverage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Resolvers for Alpine, Debian, RPM, Conan ecosystems.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5330952"/>
            <a:ext cx="182880" cy="18288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Match-reason telemetry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7512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Per-finding: cpeName / virtualMatchString / keywordSearch — surfaced in exports.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software.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48640" y="4407408"/>
            <a:ext cx="201168" cy="20116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97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SBOM in your organisation.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64608"/>
            <a:ext cx="201168" cy="20116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54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vulnerability databases, scanned and deduped in parallel.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321808"/>
            <a:ext cx="201168" cy="201168"/>
          </a:xfrm>
          <a:prstGeom prst="ellipse">
            <a:avLst/>
          </a:prstGeom>
          <a:solidFill>
            <a:srgbClr val="21C5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212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that speak to developers, auditors and executives — with AI remediation.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371600" cy="0"/>
          </a:xfrm>
          <a:prstGeom prst="line">
            <a:avLst/>
          </a:prstGeom>
          <a:noFill/>
          <a:ln w="19050">
            <a:solidFill>
              <a:srgbClr val="21C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21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HCLTech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SBOM Analyser — Full Features &amp; Workflow</dc:title>
  <dc:subject>PptxGenJS Presentation</dc:subject>
  <dc:creator>HCLTech</dc:creator>
  <cp:lastModifiedBy>HCLTech</cp:lastModifiedBy>
  <cp:revision>1</cp:revision>
  <dcterms:created xsi:type="dcterms:W3CDTF">2026-05-09T19:09:11Z</dcterms:created>
  <dcterms:modified xsi:type="dcterms:W3CDTF">2026-05-09T19:09:11Z</dcterms:modified>
</cp:coreProperties>
</file>